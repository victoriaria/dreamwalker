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9db3dc55714655" /><Relationship Type="http://schemas.openxmlformats.org/officeDocument/2006/relationships/extended-properties" Target="/docProps/app.xml" Id="Ra5c9f7d03a2f43e3" /><Relationship Type="http://schemas.openxmlformats.org/officeDocument/2006/relationships/officeDocument" Target="/ppt/presentation.xml" Id="R1f7b4ff255464a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9df81cef1c4f45"/>
  </p:sldMasterIdLst>
  <p:notesMasterIdLst>
    <p:notesMasterId xmlns:r="http://schemas.openxmlformats.org/officeDocument/2006/relationships" r:id="R940358571f7d4ed7"/>
  </p:notesMasterIdLst>
  <p:sldIdLst>
    <p:sldId xmlns:r="http://schemas.openxmlformats.org/officeDocument/2006/relationships" id="256" r:id="R3cc385f30c78405a"/>
    <p:sldId xmlns:r="http://schemas.openxmlformats.org/officeDocument/2006/relationships" id="257" r:id="Re0339e3284344531"/>
    <p:sldId xmlns:r="http://schemas.openxmlformats.org/officeDocument/2006/relationships" id="258" r:id="Rc648ae2eadbf49bf"/>
    <p:sldId xmlns:r="http://schemas.openxmlformats.org/officeDocument/2006/relationships" id="259" r:id="R5586b9102f554db9"/>
    <p:sldId xmlns:r="http://schemas.openxmlformats.org/officeDocument/2006/relationships" id="260" r:id="Rcd7f8f03230e44f0"/>
    <p:sldId xmlns:r="http://schemas.openxmlformats.org/officeDocument/2006/relationships" id="261" r:id="R9682002de7704747"/>
    <p:sldId xmlns:r="http://schemas.openxmlformats.org/officeDocument/2006/relationships" id="262" r:id="Rdd6915ad75a64670"/>
    <p:sldId xmlns:r="http://schemas.openxmlformats.org/officeDocument/2006/relationships" id="263" r:id="R90d014aa0d7a4e70"/>
    <p:sldId xmlns:r="http://schemas.openxmlformats.org/officeDocument/2006/relationships" id="264" r:id="Rbeef2547d2804ba7"/>
    <p:sldId xmlns:r="http://schemas.openxmlformats.org/officeDocument/2006/relationships" id="265" r:id="R75e1023053bc46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b0f847c4e4c70" /><Relationship Type="http://schemas.openxmlformats.org/officeDocument/2006/relationships/slideMaster" Target="/ppt/slideMasters/slideMaster1.xml" Id="Rbf9df81cef1c4f45" /><Relationship Type="http://schemas.openxmlformats.org/officeDocument/2006/relationships/notesMaster" Target="/ppt/notesMasters/notesMaster1.xml" Id="R940358571f7d4ed7" /><Relationship Type="http://schemas.openxmlformats.org/officeDocument/2006/relationships/presProps" Target="/ppt/presProps.xml" Id="R2910a0d2a39f4a2a" /><Relationship Type="http://schemas.openxmlformats.org/officeDocument/2006/relationships/viewProps" Target="/ppt/viewProps.xml" Id="R5d024ded3ae24230" /><Relationship Type="http://schemas.openxmlformats.org/officeDocument/2006/relationships/tableStyles" Target="/ppt/tableStyles.xml" Id="R00ca440cb3894326" /><Relationship Type="http://schemas.openxmlformats.org/officeDocument/2006/relationships/slide" Target="/ppt/slides/slide1.xml" Id="R3cc385f30c78405a" /><Relationship Type="http://schemas.openxmlformats.org/officeDocument/2006/relationships/slide" Target="/ppt/slides/slide2.xml" Id="Re0339e3284344531" /><Relationship Type="http://schemas.openxmlformats.org/officeDocument/2006/relationships/slide" Target="/ppt/slides/slide3.xml" Id="Rc648ae2eadbf49bf" /><Relationship Type="http://schemas.openxmlformats.org/officeDocument/2006/relationships/slide" Target="/ppt/slides/slide4.xml" Id="R5586b9102f554db9" /><Relationship Type="http://schemas.openxmlformats.org/officeDocument/2006/relationships/slide" Target="/ppt/slides/slide5.xml" Id="Rcd7f8f03230e44f0" /><Relationship Type="http://schemas.openxmlformats.org/officeDocument/2006/relationships/slide" Target="/ppt/slides/slide6.xml" Id="R9682002de7704747" /><Relationship Type="http://schemas.openxmlformats.org/officeDocument/2006/relationships/slide" Target="/ppt/slides/slide7.xml" Id="Rdd6915ad75a64670" /><Relationship Type="http://schemas.openxmlformats.org/officeDocument/2006/relationships/slide" Target="/ppt/slides/slide8.xml" Id="R90d014aa0d7a4e70" /><Relationship Type="http://schemas.openxmlformats.org/officeDocument/2006/relationships/slide" Target="/ppt/slides/slide9.xml" Id="Rbeef2547d2804ba7" /><Relationship Type="http://schemas.openxmlformats.org/officeDocument/2006/relationships/slide" Target="/ppt/slides/slide10.xml" Id="R75e1023053bc46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238475a6ba4b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a4c85995842ac" /><Relationship Type="http://schemas.openxmlformats.org/officeDocument/2006/relationships/notesMaster" Target="/ppt/notesMasters/notesMaster1.xml" Id="R422b020ff083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db460e6f7444e3" /><Relationship Type="http://schemas.openxmlformats.org/officeDocument/2006/relationships/notesMaster" Target="/ppt/notesMasters/notesMaster1.xml" Id="R76465943275a4e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96a350d7a41bb" /><Relationship Type="http://schemas.openxmlformats.org/officeDocument/2006/relationships/notesMaster" Target="/ppt/notesMasters/notesMaster1.xml" Id="R6f55dabc7b5842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581c4816f04c5e" /><Relationship Type="http://schemas.openxmlformats.org/officeDocument/2006/relationships/notesMaster" Target="/ppt/notesMasters/notesMaster1.xml" Id="Ra37795e1f46f44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325f54a2c54c93" /><Relationship Type="http://schemas.openxmlformats.org/officeDocument/2006/relationships/notesMaster" Target="/ppt/notesMasters/notesMaster1.xml" Id="Re31156dc9bdc4b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0095e20f514de1" /><Relationship Type="http://schemas.openxmlformats.org/officeDocument/2006/relationships/notesMaster" Target="/ppt/notesMasters/notesMaster1.xml" Id="R3d49b47880da4f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a8e4c562d04bd2" /><Relationship Type="http://schemas.openxmlformats.org/officeDocument/2006/relationships/notesMaster" Target="/ppt/notesMasters/notesMaster1.xml" Id="R8378def7894148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257169e584f40" /><Relationship Type="http://schemas.openxmlformats.org/officeDocument/2006/relationships/notesMaster" Target="/ppt/notesMasters/notesMaster1.xml" Id="R835c9e85aaf847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4df8635ba149c2" /><Relationship Type="http://schemas.openxmlformats.org/officeDocument/2006/relationships/notesMaster" Target="/ppt/notesMasters/notesMaster1.xml" Id="R3ebbea199f714b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2cca38c1b64323" /><Relationship Type="http://schemas.openxmlformats.org/officeDocument/2006/relationships/notesMaster" Target="/ppt/notesMasters/notesMaster1.xml" Id="R80eca8771eb348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ee5c720c9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a46e5778b34fd0" /><Relationship Type="http://schemas.openxmlformats.org/officeDocument/2006/relationships/slideLayout" Target="/ppt/slideLayouts/slideLayout1.xml" Id="R11a6741b94fd4d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a6741b94fd4d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5e16f329a4007" /><Relationship Type="http://schemas.openxmlformats.org/officeDocument/2006/relationships/image" Target="/ppt/media/image.png" Id="R090871a78ac74dfc" /><Relationship Type="http://schemas.openxmlformats.org/officeDocument/2006/relationships/image" Target="/ppt/media/image2.png" Id="R4f088ec1b5ea4174" /><Relationship Type="http://schemas.openxmlformats.org/officeDocument/2006/relationships/notesSlide" Target="/ppt/notesSlides/notesSlide1.xml" Id="R2083c332c70843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03a163955480c" /><Relationship Type="http://schemas.openxmlformats.org/officeDocument/2006/relationships/notesSlide" Target="/ppt/notesSlides/notesSlide2.xml" Id="R9b93168c0a3f46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c9a46adca4158" /><Relationship Type="http://schemas.openxmlformats.org/officeDocument/2006/relationships/notesSlide" Target="/ppt/notesSlides/notesSlide3.xml" Id="Rbf8ccc5ac4814d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ccbd170054d21" /><Relationship Type="http://schemas.openxmlformats.org/officeDocument/2006/relationships/notesSlide" Target="/ppt/notesSlides/notesSlide4.xml" Id="R15f9d19061814d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ca1d6387c4b88" /><Relationship Type="http://schemas.openxmlformats.org/officeDocument/2006/relationships/image" Target="/ppt/media/image3.png" Id="R8c0cb99c48eb43f9" /><Relationship Type="http://schemas.openxmlformats.org/officeDocument/2006/relationships/image" Target="/ppt/media/image4.png" Id="R5989172cf5854b53" /><Relationship Type="http://schemas.openxmlformats.org/officeDocument/2006/relationships/notesSlide" Target="/ppt/notesSlides/notesSlide5.xml" Id="R9c526c0bbea24a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2e9c5a71a4479" /><Relationship Type="http://schemas.openxmlformats.org/officeDocument/2006/relationships/notesSlide" Target="/ppt/notesSlides/notesSlide6.xml" Id="Rc085fd75d88141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afae94f724057" /><Relationship Type="http://schemas.openxmlformats.org/officeDocument/2006/relationships/notesSlide" Target="/ppt/notesSlides/notesSlide7.xml" Id="Rce44f60cf5374f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83cadef134a58" /><Relationship Type="http://schemas.openxmlformats.org/officeDocument/2006/relationships/notesSlide" Target="/ppt/notesSlides/notesSlide8.xml" Id="R3dba909768264a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d2f811fd144cf" /><Relationship Type="http://schemas.openxmlformats.org/officeDocument/2006/relationships/notesSlide" Target="/ppt/notesSlides/notesSlide9.xml" Id="R736b3e05b3194f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8709bbf7742c6" /><Relationship Type="http://schemas.openxmlformats.org/officeDocument/2006/relationships/image" Target="/ppt/media/image5.png" Id="Rcde55bae8be944f0" /><Relationship Type="http://schemas.openxmlformats.org/officeDocument/2006/relationships/notesSlide" Target="/ppt/notesSlides/notesSlide10.xml" Id="R8487f8430c0e42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979A31-20F3-41C0-A7C4-21E640E4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393A1-BECD-424F-9A51-13DDE5B9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CDFA7-C3A9-43E9-B760-3DCFD910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4FC7B-F404-4680-B7C9-F2154B18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08E06-C88F-4C6A-BC6E-5A2D97BB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9E926-3E37-48C6-9E4B-CAEEE2AD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B9279-F2FB-4FBE-8E95-6DED58BC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4B4CA-48B9-422B-AC06-2028414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512D5-B2B9-4621-8275-8FF5B4C8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A0D00-6682-4FE5-B3C0-B7C5C06E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5BEED-9AEE-45D5-B00D-19AC0D03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16950-04B0-4E28-888B-BE2687F8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18A36-04E2-4E58-A934-B71F25B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190CC-C864-433B-9AEB-E205FF9A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20219-3B12-4944-A0D4-37EF3D7A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871a78ac74dfc"/>
          <a:srcRect xmlns:a="http://schemas.openxmlformats.org/drawingml/2006/main" l="0" t="16308" r="0" b="16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762000"/>
            <a:ext cx="4000500" cy="22479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88ec1b5ea4174"/>
          <a:srcRect xmlns:a="http://schemas.openxmlformats.org/drawingml/2006/main" l="0" t="756" r="0" b="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333750"/>
            <a:ext cx="4095750" cy="2305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2C646-367C-444F-A9F5-E52347D9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8578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2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6E905-A870-467A-90CF-ACA0B8F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赛题《巡梦》产品答辩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61452-3FEA-4063-9B64-1BB17996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巡梦舱 DreamWalker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0CAA4-19DB-455B-84EC-AEF5F90C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帮助用户记录、管理梦境，并在重新进入梦时承接情绪。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378EF-CB50-4EE0-967D-F664853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不是梦境记事本，而是一本会回应情绪的梦之书。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65E17-E6F4-4BC9-A66B-31C02BF9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78B9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EA4A68-1835-4068-88B3-39FC6B05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B9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B9E8"/>
                </a:solidFill>
                <a:latin typeface="Aptos"/>
                <a:ea typeface="Aptos"/>
                <a:cs typeface="Aptos"/>
              </a:rPr>
              <a:t>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C43C2-D108-4EFD-8FEF-A390638E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8B79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AC1AE-F12F-44C8-8450-8B841EC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862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B79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79D8"/>
                </a:solidFill>
                <a:latin typeface="Aptos"/>
                <a:ea typeface="Aptos"/>
                <a:cs typeface="Aptos"/>
              </a:rPr>
              <a:t>生成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036F4-B52A-4A28-BB9E-C41500A6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76C6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6E39C1-9CB7-4C88-8673-CD36883E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862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6C6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6C6A6"/>
                </a:solidFill>
                <a:latin typeface="Aptos"/>
                <a:ea typeface="Aptos"/>
                <a:cs typeface="Aptos"/>
              </a:rPr>
              <a:t>回看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524AF-E503-48AA-9E59-BB44968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00500"/>
            <a:ext cx="914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D8B87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631CA4-25CE-430B-ABBE-E2B75EE4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862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安放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99A45-75F5-4CD7-9173-4BA722D1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定位：AI 产品经理视角下的情绪型生成体验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C0CAC4-EE20-4D2A-B2E0-6C23B845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7B3C4-0DA0-4546-BEBD-1AAD68BC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9770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EFA04-F433-4A18-96B8-880224BC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6F7C3-ABBE-499C-8DDF-540ED320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972D7-1FEE-46D9-BD1E-F55060A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A5B5F-E1FD-45A8-9E1F-A2135F96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48A1B-36E1-4AE9-BC30-5B698D68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B4612-4F5F-4979-9D1B-67A70FD2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18CCE-9BAD-40B1-9616-A19F61B0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74660-D784-4D01-8F1D-EF119AF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4ECD2-327F-41BA-BF2C-E5FF6871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9E04C-5F57-44D3-88D1-C92C420C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25349-4C27-41C1-A3B7-B7DEEAC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E5549-CD5F-4B3C-9467-939F91C1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2A931-48E2-4D6B-9136-1ED4442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2F27E-DAA5-4045-B3B7-265EE2C4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CA42A-5431-40D0-AB6B-61D9FFB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0581E-D175-4199-A96C-F67F5E4D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01 赛题判断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1B271-30B4-423E-B1E9-980FC328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核心不是“记录梦”，而是“接住醒来后的情绪”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FC2E8-C5C5-4501-BE7F-5F4EBAE9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我把题目拆成三个用户任务：留下、找回、被安放。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B6345-38EA-4BAB-809B-86E7098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A828C-81CD-495D-8F0E-84CE81B7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B9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78B9E8"/>
                </a:solidFill>
                <a:latin typeface="Aptos Display"/>
                <a:ea typeface="Aptos Display"/>
                <a:cs typeface="Aptos Display"/>
              </a:rPr>
              <a:t>留下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217BA-C92B-435C-AB46-A799A96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19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醒来后只剩碎片：画面、人物、地点、身体感受。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B68D2-E922-4362-9603-5B0287B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EBFC1-7DDF-4794-B252-C3B33152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B79D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8B79D8"/>
                </a:solidFill>
                <a:latin typeface="Aptos Display"/>
                <a:ea typeface="Aptos Display"/>
                <a:cs typeface="Aptos Display"/>
              </a:rPr>
              <a:t>找回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ED225-B80D-4569-8425-5B77783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2419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之后能按日期、情绪和梦境宇宙重新找到它。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3CD72-19BC-48C1-BB66-E48BF514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37E3D-3E46-44E6-9711-DEFC87E4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B87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8B873"/>
                </a:solidFill>
                <a:latin typeface="Aptos Display"/>
                <a:ea typeface="Aptos Display"/>
                <a:cs typeface="Aptos Display"/>
              </a:rPr>
              <a:t>安放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847973-9275-4605-A0AA-510F8E00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419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进入梦时不只是看文字，而是被叙事、视觉和留言回应。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5BD84-22E8-43DA-9462-3810C869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91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8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BCB10-D394-42FE-8FFA-4C2D4F45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产品设计重心：把“梦境内容”转译成“可再次进入的情绪空间”。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1FE415-AB5A-486A-8AA8-79ED1CF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76A29A-CCA0-4F37-BE3D-00850024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66965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F96BF-3034-4345-8DCB-CC6AE6EE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18C7E-E201-4BA0-8CEC-C54C7259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BF054-25D4-4E79-A246-9528664E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667CA-E0CF-4DB0-A0AC-BAB793C9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F6F4E-5EF9-4FD9-82C7-40E0438D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FA929-8A3A-4062-A750-EBB23516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CDB98-F592-4A65-84AA-4DCEBFE7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6744E-F307-41CF-AF45-1652488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46281-D5B3-42AB-A4FE-A55B907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C2DE1-CECF-4B1D-9FBF-F82A2D48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239D0-5A20-4D16-9ED4-8474D86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EE8C7-8112-439F-8719-4A898668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EC357-AAAE-4DCE-A5BC-B27126CF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8369E-93DB-4A33-980A-BB0A7D4D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C0F8B-E40F-4AF2-B19A-D3FB63D2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66EE1-62AF-4B07-A37D-ED922F0D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02 产品定位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133F1-BAEC-4AA6-ABC2-2D0AF4F6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从“输入一段梦”到“生成一本梦之书”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AD58E-86EE-47E6-A760-153C6F1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端到端链路必须由用户输入驱动，而不是只展示固定内容。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AE708-7B52-4C0C-921C-C96F0CC8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381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69D8A-6D3A-4609-A00F-B19E23A1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8B9E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8B9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6A3FB-02E0-4B70-8D77-5D0D656A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捕捉碎片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6DB87-212B-4A06-B6DA-636AE193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文本 + 语音入口</a:t>
            </a:r>
          </a:p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情绪 / 强度 / 身体感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48714-8491-4D07-801D-9FC9A2A7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D8B8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B343A-9ADD-4EFA-AFB2-CBEDE7CB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381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5E149-CDD6-4B9B-B8EB-A63BF87B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956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8B9E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8B9E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E6376-BE75-4A75-B8EE-CE8933EA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理解梦境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B6EAD-7B18-452A-AC16-BF3BEA40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814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提取意象、人物、地点</a:t>
            </a:r>
          </a:p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保留身体感受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B2125-361C-4825-8638-D7A9B321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D8B8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E9C3E3-4544-458B-A948-3B539FBD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2381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5E6DB-5E0C-4CC6-9FB9-D83E33E7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8B9E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8B9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8D4BAE-8FF1-44B2-9392-211A799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生成叙事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D24AE-7BAE-4E63-8B4C-EA4AAB7E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814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标题 + 4-6 幕分镜</a:t>
            </a:r>
          </a:p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梦的断裂感与情绪连续性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6220C4-B863-484D-B8C8-D04996C7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D8B87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5D69DB-905A-4E7C-A607-DD10E0B2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2381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A2E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C337AC-952E-4936-9DE9-FE752D43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5CB8FE-ABB8-411B-81F2-F50278E5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900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进入梦之书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6A8109-8E10-4CE7-9B61-DF978C02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14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视觉 / 氛围 / 声景</a:t>
            </a:r>
          </a:p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最后一页留言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C0C6B5-C118-48FC-82B3-6D2FD86B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A205BA-70BF-4B19-9015-4E4B47F1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36338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BB211-674D-46E5-8F7E-D57D8919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B3FF1-A66E-4B1F-BAFE-7CDB0516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AF0B3-5CC8-402C-A443-244B16C7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F85E1-13E3-41CA-84D4-737A49A1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CC9A1-EBE0-4F82-92F0-2C979F4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9BD44-47F8-4BBA-B85B-5070CC27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29E0A-5523-446A-BA26-944AAADE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0B2E-D6B5-4312-8823-73DC7A2D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C2FDD-90A6-4743-806E-51DC4127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4D43A-A693-486A-B6E1-D4C82C3D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BF58C-1EE8-42A0-A37A-667FF7FF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BF4D2-AA4D-4147-9787-53AFDB1C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6A5C8-9CB1-4199-B18C-D11F36EB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D5979-7315-4927-BAF3-02CF730F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0CC7C-DE75-4A8E-8C25-CE302B69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656AC-9A1C-42D0-899A-7A043FEF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03 AI 产品能力链路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AF013-F6BB-4658-981E-7B6D8586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AI 不只是生成文案，而是把梦境碎片映射成体验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DFBBB-5AAC-419E-ACAD-C4BB4742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用轻量本地分析完成“输入理解 → 情绪映射 → 叙事与视觉生成”。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7A7FB-7846-4F28-9C9C-CD5752E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572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25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B0C80-5499-4862-95E2-7859064B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A"/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F1B56-1B03-4BCB-817B-67AA492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B9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B9E8"/>
                </a:solidFill>
                <a:latin typeface="Aptos"/>
                <a:ea typeface="Aptos"/>
                <a:cs typeface="Aptos"/>
              </a:rPr>
              <a:t>输入信号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84C1B-0CE0-4AA8-A73E-ADB0F8F1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71775"/>
            <a:ext cx="7953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碎片文本、语音片段、情绪、身体感受、氛围色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0DD1C-6C97-40E5-B109-9A6EEC9E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861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28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72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ECB5E-F065-4363-8AF6-CA143DC3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F36"/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58221-9E96-4A01-8223-1597FD64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理解层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E52C5-7DE7-4CAE-8E1C-A5780CE2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62325"/>
            <a:ext cx="7953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提取关键意象 / 人物 / 地点 / 身体感受 / 情绪倾向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F6B0F-4B53-470B-BCFE-127FFFDA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766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28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72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A2B35-9B50-4794-AD9C-9B8891A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F36"/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8FA01-1CCB-4476-ACCC-99F2999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生成层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18CA4-5C06-407D-BBFE-62E40D8D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52875"/>
            <a:ext cx="7953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梦境标题、逐幕叙事、梦境宇宙、情绪反馈问题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2B7D5-8AC7-42A3-A175-F75A8DF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672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28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72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1D85A-87D6-4815-BAC3-1A099B3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F36"/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DBC90-5742-46AB-9787-964C8C74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体验层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AC8B8C-1017-40C5-8262-6D287CF7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43425"/>
            <a:ext cx="7953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梦之书播放、封面视觉、声景、最后一页留言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101B2A-248E-4052-A929-750DE57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577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728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72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A332B8-394D-4FB0-88AA-22280098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F36"/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A21E9F-CA1B-4FA4-A5D7-0385663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管理层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6639F5-6FD0-41D2-8383-A664641D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33975"/>
            <a:ext cx="7953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书架筛选、日历回顾、本地持久化、旅人隔离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CD158-E0C1-4B78-9A60-0F5C821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D4B036-40B8-4EC0-B722-625CC516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98655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0586E-65A4-4902-A369-D38A9490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2C377-B363-47FF-B239-87224C9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D7D7C-3D44-4D23-BEC3-27ABC867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8C86D-CCC4-43DE-BBFA-8D0CAE44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BF72C-A780-4756-8511-A69723A4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F8E54-3E60-49E2-B9DD-C5D8F84A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E23A2-3F8C-449F-BA6C-2E6AD73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7EC0C-E612-43E0-9D11-5CB3E6DF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49B8D-121C-499F-B317-5DD18A25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1FC7E-7496-4E13-BA80-FDD01914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D9C7E-56C6-4AA5-B467-159CF9B3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AE47E-C4B6-4420-AC08-C5A14E78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D68B6-BA1F-483F-B3D7-405D3102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95D04-C001-4057-AF8D-0FA240A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3089C-330C-4E19-B697-D33D9CD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72782-6796-436E-BFAC-441909AB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04 情绪宇宙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631CF-E7DD-4E11-9FF7-55FB58C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用统一世界观避免页面散、体验散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39025-6699-465A-A3AC-787BF9A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所有梦汇入月亮图书馆，再根据情绪进入不同梦境宇宙。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cb99c48eb43f9"/>
          <a:srcRect xmlns:a="http://schemas.openxmlformats.org/drawingml/2006/main" l="0" t="16422" r="0" b="16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714625"/>
            <a:ext cx="4762500" cy="2667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9172cf5854b53"/>
          <a:srcRect xmlns:a="http://schemas.openxmlformats.org/drawingml/2006/main" l="0" t="16422" r="0" b="16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2714625"/>
            <a:ext cx="4762500" cy="26670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5373E-6873-4322-8D4B-A484D546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9">
              <a:alpha val="93333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9D135-B16B-4C8A-8E02-8B161306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816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29">
              <a:alpha val="93333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AD831-9481-4641-9C61-77A71D9C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记忆鲸落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DE5D0-93C1-47E1-89B2-ADA5CA5F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思念 / 失去 / 告别 / 遗憾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1A87A-2B5B-4C62-9D52-DDB55C92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43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月亮图书馆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46DF6-DEF4-49F9-9B16-0DA89C1C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483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成长 / 治愈 / 怀念 / 自我对话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2E09E3-2457-43AA-8D6C-0C875BA3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D8B873"/>
                </a:solidFill>
                <a:latin typeface="Aptos"/>
                <a:ea typeface="Aptos"/>
                <a:cs typeface="Aptos"/>
              </a:rPr>
              <a:t>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4AEA9-8675-465B-945F-9FDE1665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9A5D5-B0CA-40AF-8FFF-A61EB89D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21219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A73E4-3DD6-4179-8EC1-CC3F7322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9A333-7ECB-4D8E-AAD4-378A785F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4DAC4-7C0E-4A44-B74A-E82C2A4C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C542-CAD3-4A75-869F-5B21D5F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EC839-640B-4F4F-8497-143167C7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02CA9-DBA3-4FB6-AE99-39512CEE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21DEB-0B3E-4AFA-9C50-60A8B99C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EC9A5-A27E-4719-9044-881FAFD7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B883B-8D69-4331-8BCE-439C9937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3F03-4F40-498B-B9EB-8A5B081E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34855-460A-4146-BF66-FD43A5DE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61C71-B706-4853-B354-52A2CDB6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0FFD6-B6C5-4DD3-8EAC-1576BEA8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D543C-C709-45F8-A84E-BB3A3E5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525A2-AF93-4F1C-AD0D-DE92F87F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55AB-17EC-44CC-BC6B-28CB4304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05 核心体验差异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EE26D-430B-4CC5-98BD-4455F797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把“回看梦”做成一次情绪表达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06C1D-947B-4BCE-B2D9-0490DAC9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最后一页留言卡，是从工具到情绪产品的关键转折。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478F9-85D7-4C5B-91D3-047BD36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857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F1215-C83B-4D84-97BF-2D0C0EBE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857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7127F-CF39-496E-AF44-6A6FFB6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B4C8"/>
                </a:solidFill>
                <a:latin typeface="Aptos"/>
                <a:ea typeface="Aptos"/>
                <a:cs typeface="Aptos"/>
              </a:rPr>
              <a:t>普通记录工具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5DE39-0BB9-4FE1-AE7F-001D031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2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8FA11-5D4A-4D7B-BF71-AAC442C4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保存文字，但用户很难重新进入氛围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67753-77DA-43AB-B8BF-2BE8F003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72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AAF28-67BC-4CD2-A704-49EF16D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148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历史列表能找回内容，却接不住感受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9AE58-C7DD-4D5B-87A4-2BD7602B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巡梦舱的处理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73749-CE21-4B7C-94AA-27E8DDFC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8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7512A-EF20-49D1-8BCF-9691DBFC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576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逐幕播放梦境，让情绪重新浮现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8019A-C39C-4FE0-BC96-DC952CE9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71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8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6816ED-C8B3-4EAC-A72B-6283A906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14800"/>
            <a:ext cx="385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结尾给一个问题，让用户完成表达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52759D-5754-47A4-9B48-1F7F84FD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产品价值：不是替用户解释梦，而是给梦后的情绪一个可停靠的位置。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7E3323-7C15-46B0-9A99-7C59357C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696249-262D-40C6-A822-6FCC8E8F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32422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9BFA2-FE75-4037-A778-B9D835FA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61B1B-E0B5-4380-B958-83B1C979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2D679-28F1-45F8-A56F-E905D004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C7D57-1EAB-411E-95B9-75B64CEF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6331B-5DD4-4D92-96F7-D09304F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461B9-67A2-44FD-BEB6-6982DBCC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3654A-3DAB-4D29-8608-663BC6BA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F81E2-A49B-4886-B203-E7A05F1D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71330-44E4-44AA-AC98-E719C386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D5E3D-4B35-4423-A214-D31C30A7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264B-6CF5-4E25-900C-E52CD1AA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8EFE0-FD56-4318-9609-76AF9CDB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BED64-DD51-4917-BC27-E6B2EE4A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C16EB-294C-45FD-91CE-D6CC49A6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9F489-F9F4-4752-A952-4125E9AC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01252-2AC7-4B0A-B38B-9EB37B42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06 管理与留存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8687C-0422-43DD-A62C-8ADA4C69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书架 + 日历，让梦从一次生成变成长期档案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D3A73-3623-4E07-A4DF-FB472660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这部分回应“记录与管理”“基本回顾能力”“数据持久化”。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CEA3A-FEE1-4B63-A269-7C0A5620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5E201-3760-4E1B-B91F-48121172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9D8">
              <a:alpha val="20000"/>
            </a:srgbClr>
          </a:solidFill>
          <a:ln xmlns:a="http://schemas.openxmlformats.org/drawingml/2006/main" w="9525">
            <a:solidFill>
              <a:srgbClr val="8B79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3AD84-35AE-4F0A-9D32-4159372E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79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B79D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51B25-EFD4-45B9-B724-5209A13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梦之书架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B577C-1502-4B9A-8961-4397B83D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按最近保存排列；支持梦境宇宙与留言状态筛选；可重新打开梦境。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5E9F2-9ACA-43C3-9AFB-83D1DD70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371CC-65D9-4A89-B08F-8EB0D563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E8">
              <a:alpha val="20000"/>
            </a:srgbClr>
          </a:solidFill>
          <a:ln xmlns:a="http://schemas.openxmlformats.org/drawingml/2006/main" w="9525">
            <a:solidFill>
              <a:srgbClr val="78B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33887-B9F7-4113-9559-CA3C2A36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B9E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8B9E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6BDA8-F8EB-4449-9AA4-64A6DD4E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86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日历回顾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13B10-5965-4E60-AA36-BA9D0489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005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按日期查看哪天做过哪些梦；从日期直接进入详情或播放。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7ED47-7153-462B-96E5-FE0E94BD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F6535D-1BEA-4FDD-8129-BF73B58D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C6A6">
              <a:alpha val="20000"/>
            </a:srgbClr>
          </a:solidFill>
          <a:ln xmlns:a="http://schemas.openxmlformats.org/drawingml/2006/main" w="9525">
            <a:solidFill>
              <a:srgbClr val="76C6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32BC5E-7872-4C80-96E6-0F2BC544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385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C6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6C6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D0C985-0601-4D63-92E1-EC1A6DA2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旅人隔离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3B4231-99D4-4A2B-932E-DF8AEEA8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不同旅人名对应不同本地数据空间；刷新和重新打开后仍存在。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3A88A3-1E3E-49A0-970F-847FA01B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CBEF39-CF6A-4BEA-AD56-D5F96F89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085102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D199D7-3ACF-4C1B-A3EF-372ECFEE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C4304-1418-4439-BBFF-553A0773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20598-CE0F-49BD-BC9B-86570315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60E28-9B16-48DF-9F61-3A1F4774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6CC00-7E02-4A97-8116-CB9E999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4E5E6-2448-45CA-A339-485C8004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833DA-F5C8-4610-BE76-ADA112F0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510B7-0441-4D41-B40E-8E27A5BD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F94B4-5357-4296-997F-6E7F0E81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81156-1796-4A44-A4E9-031BA07F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5057B-BC5D-4BB4-8BD1-857974CD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12C32-D77F-4491-BA32-3AC6D370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FFDBA-15AB-4981-8B85-B25B98A2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76597-23C5-4DD8-9B14-637CA38B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2E17A-C71C-4956-A446-805DF2F1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6247F-E125-4F45-8897-6619BE5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07 工程与可靠性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A0F8F-B798-43B3-B8D5-822B5A8A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让现场体验不断链，也让产品像正式版本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CD5A9-7A47-436C-861D-EB2C2502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关键不是功能多，而是用户遇到边界时还能继续走下去。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8C523-7D02-48FE-8CEF-AEFF15AC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42C96-7CD0-4185-A9B0-8FA5484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空输入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CDDF0-95DF-450B-A3EF-8F880DFE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明确提示，停留在捕捉页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89A34-58EF-46C6-B2BE-0C16CCC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6E86A-63FC-499A-955E-1B7F1080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超长碎片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EA02C-334D-4101-A7F9-29341FB7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766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限制长度，保留已输入内容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D8DA6F-2D41-459D-AB66-62BB5E2C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843F97-7AE4-47F3-B619-FDCB24F5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语音不可用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403BC-64FC-48DB-9BB5-F5B8DB4D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文字与快捷语音继续完成流程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4EE5D-A29F-47F2-A332-0F78C27B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6A0DF-8F6E-4943-A53F-82E3E8E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图片失败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A9FEEA-EEB7-4A4F-A7BD-96EFCD0B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切换本地 Canvas 氛围视觉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F5737-A7B3-44AA-8EFC-7573CE98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E83A9-C13F-4216-BF15-2F35A1A5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43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保存失败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EB4BC9-5627-4EB6-AAE4-1B308755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053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提示空间不足，可重试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72158A-A275-46C8-8AD9-FBAD1436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D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9F321-D5C2-456D-A709-F9ABD040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移动端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A5F3BD-CCAE-400C-BBF3-FF33A1DD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053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单列布局，按钮与文字不挤压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8D7237-2F9D-4977-BE4F-A2DEA985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前端单页应用 + localStorage + Web Speech / Web Audio / Canvas：低依赖、高稳定、便于部署。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AE41E2-D6F5-4F6F-9F55-110852E7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C7EF43-93A3-4F53-A556-CCE95FD5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17394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FBF823-859A-4DCD-86F5-3CE8E60A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6777F-8CBC-4BBB-B327-607609E6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FBFC1-4C8B-49D7-BDD2-A90DB1FD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F01F5-2287-4D18-BA1B-D1DE89DA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48207-60D3-422C-ACED-FD6EC750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3D00A-326A-408E-8DD3-754672A2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DBD3E-79D4-4C97-AED2-8A273FBF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19D1B-A02B-45E1-839B-3CFEAC54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FEFB9-96C6-4B57-A99C-373865CD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777F3-E10B-4F35-BBF0-4AB39D90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4A5A4-1E53-4CBE-BAAF-C2A47A83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23017-F279-41D1-AB88-D5579C7D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7F7E2-28A2-4719-AC0B-48416DC8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B04B6-25E7-435B-BE76-46B2AF93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94808-14D4-4FC2-8404-2C2C5340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1640E-105B-43D2-999D-0BD7159A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08 对评分模型的覆盖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01395-E29F-4BB0-86B1-2316E12A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把评分项翻译成可验证的产品交付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72BCE-358B-4CA7-9AC6-5DFAA4B1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答辩时可以按这页快速说明完成度。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5D22F-083B-4B47-934F-89C1D404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553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25">
              <a:alpha val="86667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B207A-22E8-40DB-8437-8660EA20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评分项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67196-D738-48C8-9CAE-69C6D7B7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241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作品对应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B2254-0AB5-44E4-9BA5-A9593431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241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272C8-5285-4B51-8859-CE426E81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B0091-A56C-49CF-BA4B-49976B5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端到端链路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FBE2C-ED23-4327-9809-17F69202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43250"/>
            <a:ext cx="628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碎片输入 → 梦境叙事 → 视觉结果 → 可播放梦之书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A151D-55E5-44D9-A0BB-400CB49B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4325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6C6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6C6A6"/>
                </a:solidFill>
                <a:latin typeface="Aptos"/>
                <a:ea typeface="Aptos"/>
                <a:cs typeface="Aptos"/>
              </a:rPr>
              <a:t>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4EFE9-AFE1-4D22-B899-73BB4B61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1F647-6FED-4F75-B188-2FEF94F2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碎片理解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C9FD8-FE08-40E3-85D6-E1615F40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95700"/>
            <a:ext cx="628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保留意象、人物、地点、身体感受，并进入叙事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8BEA7-4AE0-4F1E-8BF5-676F99C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9570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6C6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6C6A6"/>
                </a:solidFill>
                <a:latin typeface="Aptos"/>
                <a:ea typeface="Aptos"/>
                <a:cs typeface="Aptos"/>
              </a:rPr>
              <a:t>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27AE4-3F07-48D1-8E0D-B10C16DA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819AED-8BF5-477F-9182-2A72ED9E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多模态体验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69096-3B3C-4259-BD1F-71F46B4E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628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文本 + 语音入口 + 视觉 + 声景 + 留言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07ED69-26E7-459A-9723-161D78B9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4815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6C6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6C6A6"/>
                </a:solidFill>
                <a:latin typeface="Aptos"/>
                <a:ea typeface="Aptos"/>
                <a:cs typeface="Aptos"/>
              </a:rPr>
              <a:t>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BB52BF-E979-4B52-AA24-3714E364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D3DE82-BA68-4B27-91EC-5E2EF150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管理回顾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6906C5-C14B-46E7-8C4B-3D1B076B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00600"/>
            <a:ext cx="628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书架筛选 + 日历按日期进入详情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6E65A6-580D-400D-9352-59CB6F0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80060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6C6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6C6A6"/>
                </a:solidFill>
                <a:latin typeface="Aptos"/>
                <a:ea typeface="Aptos"/>
                <a:cs typeface="Aptos"/>
              </a:rPr>
              <a:t>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ED41DF-A94C-43A1-8E62-C5D30FE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634B12-952E-48FE-B6E0-58793752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2E7"/>
                </a:solidFill>
                <a:latin typeface="Aptos"/>
                <a:ea typeface="Aptos"/>
                <a:cs typeface="Aptos"/>
              </a:rPr>
              <a:t>边界处理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179506-7140-463C-ADCF-C71289C1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53050"/>
            <a:ext cx="628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空输入、超长、语音失败、图片失败、存储失败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46C5D3-1864-416E-A1C5-AA8D58B9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35305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6C6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6C6A6"/>
                </a:solidFill>
                <a:latin typeface="Aptos"/>
                <a:ea typeface="Aptos"/>
                <a:cs typeface="Aptos"/>
              </a:rPr>
              <a:t>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382984-328A-40F9-ABC9-FC1E3D42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4F7263-B36A-4D3F-B6BC-F2E04DD8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79761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BF7B40-6D6C-42B4-8B73-AADC1F43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BAC39-2B42-4F64-ACFB-BC563C45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11D3D"/>
              </a:gs>
              <a:gs pos="88000">
                <a:srgbClr val="070B18"/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750ED-1BF9-446E-8659-4D044D24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3381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1C2A"/>
              </a:gs>
              <a:gs pos="88000">
                <a:srgbClr val="070B18"/>
              </a:gs>
            </a:gsLst>
            <a:lin ang="16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EBE48-E641-4A9B-BFDE-2185673F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7E35D-1B89-4E58-9D35-7A545FBD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EE6A6-A870-49D8-87CD-E5576EAE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71C5C-7869-4690-87BD-D0F3EEB2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57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65523-4057-4108-A394-558B4310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24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50435-584D-44C5-B02B-944AEED1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19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26C25-16FE-41A9-BF77-BD7FE6C9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00285-28D1-4AAC-9270-62FE00DD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C7701-ABE1-48D8-8371-AE0A20A0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0C2C0-4863-4B87-84DA-0613FB70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6A0E2-2C92-4BBE-B956-7B4DEF01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3DBE4-25BB-498D-A541-246DB97A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55bae8be944f0"/>
          <a:srcRect xmlns:a="http://schemas.openxmlformats.org/drawingml/2006/main" l="16324" t="0" r="163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5625" y="876300"/>
            <a:ext cx="4000500" cy="4953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7163F-F4BB-49D8-B5C9-123FE7A3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5810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2">
              <a:alpha val="90980"/>
            </a:srgbClr>
          </a:solidFill>
          <a:ln xmlns:a="http://schemas.openxmlformats.org/drawingml/2006/main" w="9525">
            <a:solidFill>
              <a:srgbClr val="343B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AA5C3-6EB6-47B9-ACBE-E8930721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09 面试表达收束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9186B-77A5-4013-919A-650BBF4F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8F2E7"/>
                </a:solidFill>
                <a:latin typeface="Aptos Display"/>
                <a:ea typeface="Aptos Display"/>
                <a:cs typeface="Aptos Display"/>
              </a:rPr>
              <a:t>我想展示的 AI 产品经理能力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86B96-229E-4990-80BD-66D36484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4C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B4C8"/>
                </a:solidFill>
                <a:latin typeface="Aptos"/>
                <a:ea typeface="Aptos"/>
                <a:cs typeface="Aptos"/>
              </a:rPr>
              <a:t>不是只把功能做出来，而是把题目转成用户价值、产品系统和稳定交付。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AE3DA-54D6-42F2-B278-5C6EFFCD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题目拆解：从“做梦”抽象出记录、回看、情绪承接三类用户任务。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93E94-FFCE-42EE-9005-8A6D9006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体验设计：用梦之书、情绪宇宙和留言卡形成完整世界观。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46E07-66EC-49A1-B7E4-0BF2D57A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AI 思维：把碎片理解、叙事生成、视觉映射串成可解释链路。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36977-608A-4056-937C-58AE2FB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2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2E7"/>
                </a:solidFill>
                <a:latin typeface="Aptos"/>
                <a:ea typeface="Aptos"/>
                <a:cs typeface="Aptos"/>
              </a:rPr>
              <a:t>交付意识：有持久化、隔离、边界处理和稳定展示策略。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D4D23-3DEF-4AC9-9868-07CC4FEA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466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B87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B873"/>
                </a:solidFill>
                <a:latin typeface="Aptos"/>
                <a:ea typeface="Aptos"/>
                <a:cs typeface="Aptos"/>
              </a:rPr>
              <a:t>收尾句：每个梦，都值得被再次走过。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47F99-9D28-4344-8384-E9A0ECDD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巡梦舱 DreamWalker | AI 产品经理答辩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682B9-1C11-4AA2-8D79-CE4337DF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40000"/>
                  </a:srgbClr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7383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2026-06-09T09:15:26.7080000Z</dcterms:created>
  <dcterms:modified xsi:type="dcterms:W3CDTF">2026-06-09T09:15:26.7080000Z</dcterms:modified>
</coreProperties>
</file>